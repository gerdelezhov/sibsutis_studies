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9" autoAdjust="0"/>
    <p:restoredTop sz="94660"/>
  </p:normalViewPr>
  <p:slideViewPr>
    <p:cSldViewPr snapToGrid="0">
      <p:cViewPr>
        <p:scale>
          <a:sx n="66" d="100"/>
          <a:sy n="66" d="100"/>
        </p:scale>
        <p:origin x="14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93046D-2594-2A43-1D24-38278D3407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16E0B0F-737A-8F7C-8DAA-4EBB6D64F6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BB377D-6084-4960-4B03-EE849E1C2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9CC6F-70FF-4276-80A1-45D6E24C53F4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DFBBDA-B741-57CB-CEED-56F4C75A5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3A664C-C076-5C43-D419-9C9FC6269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FF8A4-C375-4C21-A45A-9F4A4F3C7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5102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79FAB5-3ED4-89B8-1E9D-575E27EF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434C56-31EC-9860-F672-AE0BA1EA8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488990-255F-A23A-3A1C-5D91857B4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9CC6F-70FF-4276-80A1-45D6E24C53F4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6FA7C9-8034-3A49-DBB0-FB0111AEF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E24094-B365-FDA3-AEB0-F7690F72F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FF8A4-C375-4C21-A45A-9F4A4F3C7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6032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DF8E9B-7A34-7E31-5C7C-8FA6DB71B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BBB3A24-B4BE-45EE-D0E4-3F0D8765F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DC4E44-C7D5-EFD7-0423-1D3E26C43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9CC6F-70FF-4276-80A1-45D6E24C53F4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72079C-B1DE-515B-C674-F0190EC9E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A8820A-A01E-EE9C-2988-1CE671480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FF8A4-C375-4C21-A45A-9F4A4F3C7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8834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DF7097-AFE7-0B65-76D9-BDC02E330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497671-B717-BC9F-C305-B9FC7A0B8C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FE89510-A9C3-76DC-8645-D5540114E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D06726-E7CE-67D7-581A-3B59E9B94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9CC6F-70FF-4276-80A1-45D6E24C53F4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F14B3DA-0A1A-56FE-9BC4-391B378A5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9D4CF02-8786-69D8-F5D3-FD6C21E12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FF8A4-C375-4C21-A45A-9F4A4F3C7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7455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050B17-8EEF-646F-C597-6C20E78B0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E028CF-3BAD-0782-5C08-DF785F6D2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9D86043-A085-895F-9F95-E88C10EF31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8A3AA5F-141E-078A-EA61-80D51ECE15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F02722D-DFB3-B73D-6B80-739BE39EE8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D9F8F0D-A333-198E-85AA-3F947F3B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9CC6F-70FF-4276-80A1-45D6E24C53F4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73CAB63-A9BB-F1F5-3702-D8EA318A5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CDAEBAF-F0E8-76D8-E3E7-2021698FD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FF8A4-C375-4C21-A45A-9F4A4F3C7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1728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4DE329-8A15-1F02-8F36-477DBCD32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83E1D1C-5553-D12B-B8CE-902C400DF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9CC6F-70FF-4276-80A1-45D6E24C53F4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EBA1424-8FB0-7F6F-29AA-77519E2B2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B2687BC-34FE-91B7-A965-07959CCF6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FF8A4-C375-4C21-A45A-9F4A4F3C7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7479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DFE8C7A-3306-5522-C9FC-FD1A8660B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9CC6F-70FF-4276-80A1-45D6E24C53F4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313565C-C35B-D64A-F187-8025E7EBA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CB93DB-B52F-3F78-421E-93B5593A9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FF8A4-C375-4C21-A45A-9F4A4F3C7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5416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109070-AADE-8E9E-2B2A-1DC482ADE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090F67-2077-FDF9-1F5D-96E29363C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F5432AF-41C1-521F-F3A8-36C9C4719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60A76E4-6643-62FF-39D6-3D6789C4E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9CC6F-70FF-4276-80A1-45D6E24C53F4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8E0E70-18CD-C75C-B6CD-8D45F01A8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E2BBC1-4615-0E90-17B2-C5B5F62FD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FF8A4-C375-4C21-A45A-9F4A4F3C7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5232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6A6019-1C5B-E57B-2AC1-52101AE87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9280268-BB44-0DDB-700B-51D763F557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B5DA7D2-2C1D-01A1-8D85-ABDD82C67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918D62D-060E-5A6D-D908-5392D5D37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9CC6F-70FF-4276-80A1-45D6E24C53F4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F429379-78A3-4064-4222-95825F647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D340A6-86C5-C156-EDF2-C4F6C4291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FF8A4-C375-4C21-A45A-9F4A4F3C7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357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130A08-D5E3-4223-1E62-956E10856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75FA469-42FF-3590-3CF1-D20C378775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1E8C7D-4280-E032-D441-E7E0F2867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9CC6F-70FF-4276-80A1-45D6E24C53F4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699542-38F7-AF06-21E3-60710B029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51D035-66AB-4D3B-9FAB-53A5D3439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FF8A4-C375-4C21-A45A-9F4A4F3C7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446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DC1F550-DCB6-E462-36B3-098AFE66BB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E8671C5-1159-3BCA-DC58-97E74E8F61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92B80B-D695-A830-BBCF-FACD7FC46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9CC6F-70FF-4276-80A1-45D6E24C53F4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7D252D-9409-0C87-6776-410BA546E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D588FC-69E2-6D08-B541-48EE5C44A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FF8A4-C375-4C21-A45A-9F4A4F3C7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9810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B6D60F-7FD1-5335-3E89-ACB1D32C1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2D558FD-6A36-AF15-B4C0-B9166F425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8F727D-E8A4-4661-59EA-01E0374EF3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9CC6F-70FF-4276-80A1-45D6E24C53F4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894B5C-168B-0626-D425-982B425F76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E3D378-7C7D-8DEB-3686-9EB721DD42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DFF8A4-C375-4C21-A45A-9F4A4F3C7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2308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5DDD3C-7FDF-6A7B-66A4-D99170672D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МАКЕТ-1</a:t>
            </a:r>
          </a:p>
        </p:txBody>
      </p:sp>
    </p:spTree>
    <p:extLst>
      <p:ext uri="{BB962C8B-B14F-4D97-AF65-F5344CB8AC3E}">
        <p14:creationId xmlns:p14="http://schemas.microsoft.com/office/powerpoint/2010/main" val="4091620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7A4E658-B4BC-E7D6-EFCF-B204941C6271}"/>
              </a:ext>
            </a:extLst>
          </p:cNvPr>
          <p:cNvSpPr/>
          <p:nvPr/>
        </p:nvSpPr>
        <p:spPr>
          <a:xfrm>
            <a:off x="1802362" y="830425"/>
            <a:ext cx="10035075" cy="57709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E6E975F-5880-1EEA-6A07-AC7016EB43A3}"/>
              </a:ext>
            </a:extLst>
          </p:cNvPr>
          <p:cNvSpPr/>
          <p:nvPr/>
        </p:nvSpPr>
        <p:spPr>
          <a:xfrm>
            <a:off x="1802362" y="841307"/>
            <a:ext cx="10035075" cy="3079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B49481D-A265-46F9-D3FD-257767BCFD7D}"/>
              </a:ext>
            </a:extLst>
          </p:cNvPr>
          <p:cNvSpPr/>
          <p:nvPr/>
        </p:nvSpPr>
        <p:spPr>
          <a:xfrm>
            <a:off x="1940767" y="886408"/>
            <a:ext cx="1026367" cy="1959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Журнал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3540398-40EC-5178-8E45-A4AD38B90F0F}"/>
              </a:ext>
            </a:extLst>
          </p:cNvPr>
          <p:cNvSpPr/>
          <p:nvPr/>
        </p:nvSpPr>
        <p:spPr>
          <a:xfrm>
            <a:off x="3034004" y="886408"/>
            <a:ext cx="1026367" cy="1959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Справка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E43E49E-D475-0104-A9F2-3827793C66E7}"/>
              </a:ext>
            </a:extLst>
          </p:cNvPr>
          <p:cNvSpPr/>
          <p:nvPr/>
        </p:nvSpPr>
        <p:spPr>
          <a:xfrm>
            <a:off x="1999860" y="1231639"/>
            <a:ext cx="3071327" cy="52811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КАЛЕНДАРЬ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DE232F5-8B87-1E76-ED4A-4901341C11D4}"/>
              </a:ext>
            </a:extLst>
          </p:cNvPr>
          <p:cNvSpPr/>
          <p:nvPr/>
        </p:nvSpPr>
        <p:spPr>
          <a:xfrm>
            <a:off x="5284235" y="1231638"/>
            <a:ext cx="3071328" cy="50186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ЖУРНАЛ ТРЕНИРОВОК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33DDD04-7CCC-D059-7E9A-763E38B9F348}"/>
              </a:ext>
            </a:extLst>
          </p:cNvPr>
          <p:cNvSpPr/>
          <p:nvPr/>
        </p:nvSpPr>
        <p:spPr>
          <a:xfrm>
            <a:off x="8591161" y="1231639"/>
            <a:ext cx="3071328" cy="46598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ЖУРНАЛ ПИТАНИЯ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06B510C-4327-E3B7-4FBE-67B69B064F19}"/>
              </a:ext>
            </a:extLst>
          </p:cNvPr>
          <p:cNvSpPr/>
          <p:nvPr/>
        </p:nvSpPr>
        <p:spPr>
          <a:xfrm>
            <a:off x="354563" y="167951"/>
            <a:ext cx="1091682" cy="9143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3FE3FE8-0B83-AD25-F992-BA1F000743CE}"/>
              </a:ext>
            </a:extLst>
          </p:cNvPr>
          <p:cNvSpPr/>
          <p:nvPr/>
        </p:nvSpPr>
        <p:spPr>
          <a:xfrm>
            <a:off x="387220" y="245706"/>
            <a:ext cx="1026367" cy="1959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Создать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474CA01-E220-4E4C-4439-47DC0B8F7ADB}"/>
              </a:ext>
            </a:extLst>
          </p:cNvPr>
          <p:cNvSpPr/>
          <p:nvPr/>
        </p:nvSpPr>
        <p:spPr>
          <a:xfrm>
            <a:off x="387219" y="496077"/>
            <a:ext cx="1026367" cy="1959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Открыть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6F3FA323-6412-75AA-707E-C7294B6FED3E}"/>
              </a:ext>
            </a:extLst>
          </p:cNvPr>
          <p:cNvSpPr/>
          <p:nvPr/>
        </p:nvSpPr>
        <p:spPr>
          <a:xfrm>
            <a:off x="387219" y="752667"/>
            <a:ext cx="1026367" cy="1959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Удалить</a:t>
            </a: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B5E29058-9E4E-D96A-D7FE-D98E3564766B}"/>
              </a:ext>
            </a:extLst>
          </p:cNvPr>
          <p:cNvCxnSpPr>
            <a:cxnSpLocks/>
            <a:stCxn id="15" idx="3"/>
            <a:endCxn id="8" idx="1"/>
          </p:cNvCxnSpPr>
          <p:nvPr/>
        </p:nvCxnSpPr>
        <p:spPr>
          <a:xfrm>
            <a:off x="1446245" y="625151"/>
            <a:ext cx="494522" cy="359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14A16BFA-D4EF-2DB4-95FD-9A13A05DB4C3}"/>
              </a:ext>
            </a:extLst>
          </p:cNvPr>
          <p:cNvCxnSpPr/>
          <p:nvPr/>
        </p:nvCxnSpPr>
        <p:spPr>
          <a:xfrm flipH="1">
            <a:off x="7330440" y="441648"/>
            <a:ext cx="792480" cy="1783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E12978D1-D574-63B2-65EA-29207B22CC21}"/>
              </a:ext>
            </a:extLst>
          </p:cNvPr>
          <p:cNvCxnSpPr>
            <a:cxnSpLocks/>
          </p:cNvCxnSpPr>
          <p:nvPr/>
        </p:nvCxnSpPr>
        <p:spPr>
          <a:xfrm>
            <a:off x="8232242" y="441648"/>
            <a:ext cx="958876" cy="1783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C2AE259-4309-CB64-339F-34B12F27A0A1}"/>
              </a:ext>
            </a:extLst>
          </p:cNvPr>
          <p:cNvSpPr/>
          <p:nvPr/>
        </p:nvSpPr>
        <p:spPr>
          <a:xfrm>
            <a:off x="7697790" y="245706"/>
            <a:ext cx="1026367" cy="1959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TableView</a:t>
            </a:r>
            <a:endParaRPr lang="ru-RU" sz="1400" dirty="0">
              <a:solidFill>
                <a:schemeClr val="tx1"/>
              </a:solidFill>
            </a:endParaRPr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3875BF2F-1FD4-2F5D-F4E7-05829C77B08E}"/>
              </a:ext>
            </a:extLst>
          </p:cNvPr>
          <p:cNvCxnSpPr>
            <a:cxnSpLocks/>
          </p:cNvCxnSpPr>
          <p:nvPr/>
        </p:nvCxnSpPr>
        <p:spPr>
          <a:xfrm flipV="1">
            <a:off x="1288323" y="3254519"/>
            <a:ext cx="1282571" cy="617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2233B664-FFBD-4767-6BC8-2EEC75BB4B86}"/>
              </a:ext>
            </a:extLst>
          </p:cNvPr>
          <p:cNvSpPr/>
          <p:nvPr/>
        </p:nvSpPr>
        <p:spPr>
          <a:xfrm>
            <a:off x="258802" y="3872201"/>
            <a:ext cx="1368612" cy="2715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CalendarWidget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19302FC-DE41-BB19-496D-FAA98F762587}"/>
              </a:ext>
            </a:extLst>
          </p:cNvPr>
          <p:cNvSpPr/>
          <p:nvPr/>
        </p:nvSpPr>
        <p:spPr>
          <a:xfrm>
            <a:off x="5284235" y="6327899"/>
            <a:ext cx="1470676" cy="1848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Добавить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2B61951-A1D9-B3BB-6ECC-373B659A2CEB}"/>
              </a:ext>
            </a:extLst>
          </p:cNvPr>
          <p:cNvSpPr/>
          <p:nvPr/>
        </p:nvSpPr>
        <p:spPr>
          <a:xfrm>
            <a:off x="6877113" y="6327898"/>
            <a:ext cx="1470676" cy="1959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Удалить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2FAEC81-0C0D-4927-4418-2E7DA84439B9}"/>
              </a:ext>
            </a:extLst>
          </p:cNvPr>
          <p:cNvSpPr/>
          <p:nvPr/>
        </p:nvSpPr>
        <p:spPr>
          <a:xfrm>
            <a:off x="8591161" y="5998817"/>
            <a:ext cx="3071328" cy="2515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ККАЛ за день: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C5317325-68A0-5DAB-0077-86031CD44505}"/>
              </a:ext>
            </a:extLst>
          </p:cNvPr>
          <p:cNvSpPr/>
          <p:nvPr/>
        </p:nvSpPr>
        <p:spPr>
          <a:xfrm>
            <a:off x="10293877" y="392793"/>
            <a:ext cx="1368612" cy="2715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Lable</a:t>
            </a:r>
            <a:endParaRPr lang="ru-RU" sz="1400" dirty="0">
              <a:solidFill>
                <a:schemeClr val="tx1"/>
              </a:solidFill>
            </a:endParaRPr>
          </a:p>
        </p:txBody>
      </p: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00401E6D-EF91-8810-F9BA-45BA15C87C1E}"/>
              </a:ext>
            </a:extLst>
          </p:cNvPr>
          <p:cNvCxnSpPr>
            <a:cxnSpLocks/>
          </p:cNvCxnSpPr>
          <p:nvPr/>
        </p:nvCxnSpPr>
        <p:spPr>
          <a:xfrm>
            <a:off x="11114815" y="664328"/>
            <a:ext cx="0" cy="5432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1DEC2FD0-A920-D599-9DA0-AD48B284FAFE}"/>
              </a:ext>
            </a:extLst>
          </p:cNvPr>
          <p:cNvSpPr/>
          <p:nvPr/>
        </p:nvSpPr>
        <p:spPr>
          <a:xfrm>
            <a:off x="8573278" y="6331743"/>
            <a:ext cx="1470676" cy="1848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Добавить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DDD9BE82-C8A4-4A52-C972-430461EC68CD}"/>
              </a:ext>
            </a:extLst>
          </p:cNvPr>
          <p:cNvSpPr/>
          <p:nvPr/>
        </p:nvSpPr>
        <p:spPr>
          <a:xfrm>
            <a:off x="10191813" y="6327898"/>
            <a:ext cx="1470676" cy="1959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Удалить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593B1455-5649-3B63-164E-C46F51127A8A}"/>
              </a:ext>
            </a:extLst>
          </p:cNvPr>
          <p:cNvSpPr/>
          <p:nvPr/>
        </p:nvSpPr>
        <p:spPr>
          <a:xfrm>
            <a:off x="5284235" y="239919"/>
            <a:ext cx="1026367" cy="1959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MenuBar</a:t>
            </a:r>
            <a:endParaRPr lang="ru-RU" sz="1400" dirty="0">
              <a:solidFill>
                <a:schemeClr val="tx1"/>
              </a:solidFill>
            </a:endParaRPr>
          </a:p>
        </p:txBody>
      </p: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77436F2B-92F2-E763-D1DC-7AD179660BDE}"/>
              </a:ext>
            </a:extLst>
          </p:cNvPr>
          <p:cNvCxnSpPr>
            <a:cxnSpLocks/>
          </p:cNvCxnSpPr>
          <p:nvPr/>
        </p:nvCxnSpPr>
        <p:spPr>
          <a:xfrm flipH="1">
            <a:off x="4536854" y="441648"/>
            <a:ext cx="1297923" cy="5536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4391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D060F49-7180-E8F1-D688-7D6CE0A7E1B8}"/>
              </a:ext>
            </a:extLst>
          </p:cNvPr>
          <p:cNvSpPr/>
          <p:nvPr/>
        </p:nvSpPr>
        <p:spPr>
          <a:xfrm>
            <a:off x="838200" y="839549"/>
            <a:ext cx="3071327" cy="57559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5F0F6A-1B70-763F-3223-F88C1AB19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604" y="117943"/>
            <a:ext cx="3551630" cy="595928"/>
          </a:xfrm>
        </p:spPr>
        <p:txBody>
          <a:bodyPr>
            <a:noAutofit/>
          </a:bodyPr>
          <a:lstStyle/>
          <a:p>
            <a:r>
              <a:rPr lang="ru-RU" sz="1600" dirty="0"/>
              <a:t>Зона календаря – При нажатии на дату в правых окнах будет высвечиваться информация на выбранную дату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F644BE33-4FEA-0E9E-B0B6-19D79D2635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483337"/>
              </p:ext>
            </p:extLst>
          </p:nvPr>
        </p:nvGraphicFramePr>
        <p:xfrm>
          <a:off x="1039097" y="4748416"/>
          <a:ext cx="2669527" cy="163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361">
                  <a:extLst>
                    <a:ext uri="{9D8B030D-6E8A-4147-A177-3AD203B41FA5}">
                      <a16:colId xmlns:a16="http://schemas.microsoft.com/office/drawing/2014/main" val="2218634177"/>
                    </a:ext>
                  </a:extLst>
                </a:gridCol>
                <a:gridCol w="381361">
                  <a:extLst>
                    <a:ext uri="{9D8B030D-6E8A-4147-A177-3AD203B41FA5}">
                      <a16:colId xmlns:a16="http://schemas.microsoft.com/office/drawing/2014/main" val="249964144"/>
                    </a:ext>
                  </a:extLst>
                </a:gridCol>
                <a:gridCol w="381361">
                  <a:extLst>
                    <a:ext uri="{9D8B030D-6E8A-4147-A177-3AD203B41FA5}">
                      <a16:colId xmlns:a16="http://schemas.microsoft.com/office/drawing/2014/main" val="1118766356"/>
                    </a:ext>
                  </a:extLst>
                </a:gridCol>
                <a:gridCol w="381361">
                  <a:extLst>
                    <a:ext uri="{9D8B030D-6E8A-4147-A177-3AD203B41FA5}">
                      <a16:colId xmlns:a16="http://schemas.microsoft.com/office/drawing/2014/main" val="376967774"/>
                    </a:ext>
                  </a:extLst>
                </a:gridCol>
                <a:gridCol w="381361">
                  <a:extLst>
                    <a:ext uri="{9D8B030D-6E8A-4147-A177-3AD203B41FA5}">
                      <a16:colId xmlns:a16="http://schemas.microsoft.com/office/drawing/2014/main" val="552015374"/>
                    </a:ext>
                  </a:extLst>
                </a:gridCol>
                <a:gridCol w="381361">
                  <a:extLst>
                    <a:ext uri="{9D8B030D-6E8A-4147-A177-3AD203B41FA5}">
                      <a16:colId xmlns:a16="http://schemas.microsoft.com/office/drawing/2014/main" val="2649623330"/>
                    </a:ext>
                  </a:extLst>
                </a:gridCol>
                <a:gridCol w="381361">
                  <a:extLst>
                    <a:ext uri="{9D8B030D-6E8A-4147-A177-3AD203B41FA5}">
                      <a16:colId xmlns:a16="http://schemas.microsoft.com/office/drawing/2014/main" val="1618178366"/>
                    </a:ext>
                  </a:extLst>
                </a:gridCol>
              </a:tblGrid>
              <a:tr h="281338">
                <a:tc gridSpan="7">
                  <a:txBody>
                    <a:bodyPr/>
                    <a:lstStyle/>
                    <a:p>
                      <a:r>
                        <a:rPr lang="ru-RU" sz="1600" dirty="0"/>
                        <a:t>Месяц будущий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92749"/>
                  </a:ext>
                </a:extLst>
              </a:tr>
              <a:tr h="219927">
                <a:tc>
                  <a:txBody>
                    <a:bodyPr/>
                    <a:lstStyle/>
                    <a:p>
                      <a:r>
                        <a:rPr lang="ru-RU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760444"/>
                  </a:ext>
                </a:extLst>
              </a:tr>
              <a:tr h="219927">
                <a:tc>
                  <a:txBody>
                    <a:bodyPr/>
                    <a:lstStyle/>
                    <a:p>
                      <a:r>
                        <a:rPr lang="ru-RU" sz="11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9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955564"/>
                  </a:ext>
                </a:extLst>
              </a:tr>
              <a:tr h="219927">
                <a:tc>
                  <a:txBody>
                    <a:bodyPr/>
                    <a:lstStyle/>
                    <a:p>
                      <a:r>
                        <a:rPr lang="ru-RU" sz="11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21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780033"/>
                  </a:ext>
                </a:extLst>
              </a:tr>
              <a:tr h="219927">
                <a:tc>
                  <a:txBody>
                    <a:bodyPr/>
                    <a:lstStyle/>
                    <a:p>
                      <a:r>
                        <a:rPr lang="ru-RU" sz="1100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26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663537"/>
                  </a:ext>
                </a:extLst>
              </a:tr>
              <a:tr h="219927">
                <a:tc>
                  <a:txBody>
                    <a:bodyPr/>
                    <a:lstStyle/>
                    <a:p>
                      <a:r>
                        <a:rPr lang="ru-RU" sz="1100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106289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1508A38D-3581-04CC-44AE-3EC5DD2072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380921"/>
              </p:ext>
            </p:extLst>
          </p:nvPr>
        </p:nvGraphicFramePr>
        <p:xfrm>
          <a:off x="1039098" y="2906968"/>
          <a:ext cx="2669527" cy="163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361">
                  <a:extLst>
                    <a:ext uri="{9D8B030D-6E8A-4147-A177-3AD203B41FA5}">
                      <a16:colId xmlns:a16="http://schemas.microsoft.com/office/drawing/2014/main" val="2218634177"/>
                    </a:ext>
                  </a:extLst>
                </a:gridCol>
                <a:gridCol w="381361">
                  <a:extLst>
                    <a:ext uri="{9D8B030D-6E8A-4147-A177-3AD203B41FA5}">
                      <a16:colId xmlns:a16="http://schemas.microsoft.com/office/drawing/2014/main" val="249964144"/>
                    </a:ext>
                  </a:extLst>
                </a:gridCol>
                <a:gridCol w="381361">
                  <a:extLst>
                    <a:ext uri="{9D8B030D-6E8A-4147-A177-3AD203B41FA5}">
                      <a16:colId xmlns:a16="http://schemas.microsoft.com/office/drawing/2014/main" val="1118766356"/>
                    </a:ext>
                  </a:extLst>
                </a:gridCol>
                <a:gridCol w="381361">
                  <a:extLst>
                    <a:ext uri="{9D8B030D-6E8A-4147-A177-3AD203B41FA5}">
                      <a16:colId xmlns:a16="http://schemas.microsoft.com/office/drawing/2014/main" val="376967774"/>
                    </a:ext>
                  </a:extLst>
                </a:gridCol>
                <a:gridCol w="381361">
                  <a:extLst>
                    <a:ext uri="{9D8B030D-6E8A-4147-A177-3AD203B41FA5}">
                      <a16:colId xmlns:a16="http://schemas.microsoft.com/office/drawing/2014/main" val="552015374"/>
                    </a:ext>
                  </a:extLst>
                </a:gridCol>
                <a:gridCol w="381361">
                  <a:extLst>
                    <a:ext uri="{9D8B030D-6E8A-4147-A177-3AD203B41FA5}">
                      <a16:colId xmlns:a16="http://schemas.microsoft.com/office/drawing/2014/main" val="2649623330"/>
                    </a:ext>
                  </a:extLst>
                </a:gridCol>
                <a:gridCol w="381361">
                  <a:extLst>
                    <a:ext uri="{9D8B030D-6E8A-4147-A177-3AD203B41FA5}">
                      <a16:colId xmlns:a16="http://schemas.microsoft.com/office/drawing/2014/main" val="1618178366"/>
                    </a:ext>
                  </a:extLst>
                </a:gridCol>
              </a:tblGrid>
              <a:tr h="225724">
                <a:tc gridSpan="7">
                  <a:txBody>
                    <a:bodyPr/>
                    <a:lstStyle/>
                    <a:p>
                      <a:r>
                        <a:rPr lang="ru-RU" sz="1600" dirty="0"/>
                        <a:t>Месяц текущий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92749"/>
                  </a:ext>
                </a:extLst>
              </a:tr>
              <a:tr h="219927">
                <a:tc>
                  <a:txBody>
                    <a:bodyPr/>
                    <a:lstStyle/>
                    <a:p>
                      <a:r>
                        <a:rPr lang="ru-RU" sz="1100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3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6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760444"/>
                  </a:ext>
                </a:extLst>
              </a:tr>
              <a:tr h="219927">
                <a:tc>
                  <a:txBody>
                    <a:bodyPr/>
                    <a:lstStyle/>
                    <a:p>
                      <a:r>
                        <a:rPr lang="ru-RU" sz="11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11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955564"/>
                  </a:ext>
                </a:extLst>
              </a:tr>
              <a:tr h="219927">
                <a:tc>
                  <a:txBody>
                    <a:bodyPr/>
                    <a:lstStyle/>
                    <a:p>
                      <a:r>
                        <a:rPr lang="ru-RU" sz="11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16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8780033"/>
                  </a:ext>
                </a:extLst>
              </a:tr>
              <a:tr h="219927">
                <a:tc>
                  <a:txBody>
                    <a:bodyPr/>
                    <a:lstStyle/>
                    <a:p>
                      <a:r>
                        <a:rPr lang="ru-RU" sz="1100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26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663537"/>
                  </a:ext>
                </a:extLst>
              </a:tr>
              <a:tr h="219927">
                <a:tc>
                  <a:txBody>
                    <a:bodyPr/>
                    <a:lstStyle/>
                    <a:p>
                      <a:r>
                        <a:rPr lang="ru-RU" sz="1100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106289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5CD15FEA-034F-F083-20F7-E7070023F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999168"/>
              </p:ext>
            </p:extLst>
          </p:nvPr>
        </p:nvGraphicFramePr>
        <p:xfrm>
          <a:off x="1039099" y="1065087"/>
          <a:ext cx="2669527" cy="163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361">
                  <a:extLst>
                    <a:ext uri="{9D8B030D-6E8A-4147-A177-3AD203B41FA5}">
                      <a16:colId xmlns:a16="http://schemas.microsoft.com/office/drawing/2014/main" val="2218634177"/>
                    </a:ext>
                  </a:extLst>
                </a:gridCol>
                <a:gridCol w="381361">
                  <a:extLst>
                    <a:ext uri="{9D8B030D-6E8A-4147-A177-3AD203B41FA5}">
                      <a16:colId xmlns:a16="http://schemas.microsoft.com/office/drawing/2014/main" val="249964144"/>
                    </a:ext>
                  </a:extLst>
                </a:gridCol>
                <a:gridCol w="381361">
                  <a:extLst>
                    <a:ext uri="{9D8B030D-6E8A-4147-A177-3AD203B41FA5}">
                      <a16:colId xmlns:a16="http://schemas.microsoft.com/office/drawing/2014/main" val="1118766356"/>
                    </a:ext>
                  </a:extLst>
                </a:gridCol>
                <a:gridCol w="381361">
                  <a:extLst>
                    <a:ext uri="{9D8B030D-6E8A-4147-A177-3AD203B41FA5}">
                      <a16:colId xmlns:a16="http://schemas.microsoft.com/office/drawing/2014/main" val="376967774"/>
                    </a:ext>
                  </a:extLst>
                </a:gridCol>
                <a:gridCol w="381361">
                  <a:extLst>
                    <a:ext uri="{9D8B030D-6E8A-4147-A177-3AD203B41FA5}">
                      <a16:colId xmlns:a16="http://schemas.microsoft.com/office/drawing/2014/main" val="552015374"/>
                    </a:ext>
                  </a:extLst>
                </a:gridCol>
                <a:gridCol w="381361">
                  <a:extLst>
                    <a:ext uri="{9D8B030D-6E8A-4147-A177-3AD203B41FA5}">
                      <a16:colId xmlns:a16="http://schemas.microsoft.com/office/drawing/2014/main" val="2649623330"/>
                    </a:ext>
                  </a:extLst>
                </a:gridCol>
                <a:gridCol w="381361">
                  <a:extLst>
                    <a:ext uri="{9D8B030D-6E8A-4147-A177-3AD203B41FA5}">
                      <a16:colId xmlns:a16="http://schemas.microsoft.com/office/drawing/2014/main" val="1618178366"/>
                    </a:ext>
                  </a:extLst>
                </a:gridCol>
              </a:tblGrid>
              <a:tr h="281338">
                <a:tc gridSpan="7">
                  <a:txBody>
                    <a:bodyPr/>
                    <a:lstStyle/>
                    <a:p>
                      <a:r>
                        <a:rPr lang="ru-RU" sz="1600" dirty="0"/>
                        <a:t>Месяц предыдущий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92749"/>
                  </a:ext>
                </a:extLst>
              </a:tr>
              <a:tr h="219927">
                <a:tc>
                  <a:txBody>
                    <a:bodyPr/>
                    <a:lstStyle/>
                    <a:p>
                      <a:r>
                        <a:rPr lang="ru-RU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760444"/>
                  </a:ext>
                </a:extLst>
              </a:tr>
              <a:tr h="219927">
                <a:tc>
                  <a:txBody>
                    <a:bodyPr/>
                    <a:lstStyle/>
                    <a:p>
                      <a:r>
                        <a:rPr lang="ru-RU" sz="11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12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955564"/>
                  </a:ext>
                </a:extLst>
              </a:tr>
              <a:tr h="219927">
                <a:tc>
                  <a:txBody>
                    <a:bodyPr/>
                    <a:lstStyle/>
                    <a:p>
                      <a:r>
                        <a:rPr lang="ru-RU" sz="11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16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19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8780033"/>
                  </a:ext>
                </a:extLst>
              </a:tr>
              <a:tr h="219927">
                <a:tc>
                  <a:txBody>
                    <a:bodyPr/>
                    <a:lstStyle/>
                    <a:p>
                      <a:r>
                        <a:rPr lang="ru-RU" sz="1100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24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26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663537"/>
                  </a:ext>
                </a:extLst>
              </a:tr>
              <a:tr h="219927">
                <a:tc>
                  <a:txBody>
                    <a:bodyPr/>
                    <a:lstStyle/>
                    <a:p>
                      <a:r>
                        <a:rPr lang="ru-RU" sz="1100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106289"/>
                  </a:ext>
                </a:extLst>
              </a:tr>
            </a:tbl>
          </a:graphicData>
        </a:graphic>
      </p:graphicFrame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4EB9EFC5-C62F-D4F3-C221-86FD9AA7E4DA}"/>
              </a:ext>
            </a:extLst>
          </p:cNvPr>
          <p:cNvCxnSpPr>
            <a:cxnSpLocks/>
          </p:cNvCxnSpPr>
          <p:nvPr/>
        </p:nvCxnSpPr>
        <p:spPr>
          <a:xfrm>
            <a:off x="4297233" y="-9852"/>
            <a:ext cx="0" cy="68678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649B6306-E6E0-0449-9797-084C870CC32B}"/>
              </a:ext>
            </a:extLst>
          </p:cNvPr>
          <p:cNvSpPr txBox="1">
            <a:spLocks/>
          </p:cNvSpPr>
          <p:nvPr/>
        </p:nvSpPr>
        <p:spPr>
          <a:xfrm>
            <a:off x="4422353" y="117943"/>
            <a:ext cx="3621833" cy="5959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/>
              <a:t>Зона журнала тренировок –</a:t>
            </a:r>
            <a:r>
              <a:rPr lang="en-US" sz="1600" dirty="0"/>
              <a:t> </a:t>
            </a:r>
            <a:r>
              <a:rPr lang="ru-RU" sz="1600" dirty="0"/>
              <a:t>таблица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1976FC1-63B1-6D70-D978-EB5D276C51E9}"/>
              </a:ext>
            </a:extLst>
          </p:cNvPr>
          <p:cNvSpPr/>
          <p:nvPr/>
        </p:nvSpPr>
        <p:spPr>
          <a:xfrm>
            <a:off x="4504130" y="839549"/>
            <a:ext cx="3071327" cy="57559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15" name="Таблица 14">
            <a:extLst>
              <a:ext uri="{FF2B5EF4-FFF2-40B4-BE49-F238E27FC236}">
                <a16:creationId xmlns:a16="http://schemas.microsoft.com/office/drawing/2014/main" id="{1FE3AC9B-E33E-8863-B167-DBFF732BA4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86539"/>
              </p:ext>
            </p:extLst>
          </p:nvPr>
        </p:nvGraphicFramePr>
        <p:xfrm>
          <a:off x="4618429" y="1021320"/>
          <a:ext cx="2842728" cy="539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682">
                  <a:extLst>
                    <a:ext uri="{9D8B030D-6E8A-4147-A177-3AD203B41FA5}">
                      <a16:colId xmlns:a16="http://schemas.microsoft.com/office/drawing/2014/main" val="580432187"/>
                    </a:ext>
                  </a:extLst>
                </a:gridCol>
                <a:gridCol w="710682">
                  <a:extLst>
                    <a:ext uri="{9D8B030D-6E8A-4147-A177-3AD203B41FA5}">
                      <a16:colId xmlns:a16="http://schemas.microsoft.com/office/drawing/2014/main" val="2828935454"/>
                    </a:ext>
                  </a:extLst>
                </a:gridCol>
                <a:gridCol w="710682">
                  <a:extLst>
                    <a:ext uri="{9D8B030D-6E8A-4147-A177-3AD203B41FA5}">
                      <a16:colId xmlns:a16="http://schemas.microsoft.com/office/drawing/2014/main" val="3303195193"/>
                    </a:ext>
                  </a:extLst>
                </a:gridCol>
                <a:gridCol w="710682">
                  <a:extLst>
                    <a:ext uri="{9D8B030D-6E8A-4147-A177-3AD203B41FA5}">
                      <a16:colId xmlns:a16="http://schemas.microsoft.com/office/drawing/2014/main" val="24202732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/>
                        <a:t>Упражнение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Кол-во повторов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Вес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50" dirty="0"/>
                        <a:t>Время выполнения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825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131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708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427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17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2131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464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450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852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2005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244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16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52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0412059"/>
                  </a:ext>
                </a:extLst>
              </a:tr>
            </a:tbl>
          </a:graphicData>
        </a:graphic>
      </p:graphicFrame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1F4367C4-E71A-58EF-1B5D-95B3202CE964}"/>
              </a:ext>
            </a:extLst>
          </p:cNvPr>
          <p:cNvCxnSpPr>
            <a:cxnSpLocks/>
          </p:cNvCxnSpPr>
          <p:nvPr/>
        </p:nvCxnSpPr>
        <p:spPr>
          <a:xfrm>
            <a:off x="8014417" y="0"/>
            <a:ext cx="0" cy="68678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0A1DD66-618B-16CC-6A92-0F060786E9C6}"/>
              </a:ext>
            </a:extLst>
          </p:cNvPr>
          <p:cNvSpPr/>
          <p:nvPr/>
        </p:nvSpPr>
        <p:spPr>
          <a:xfrm>
            <a:off x="8251082" y="330614"/>
            <a:ext cx="3385155" cy="64135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23" name="Объект 22">
            <a:extLst>
              <a:ext uri="{FF2B5EF4-FFF2-40B4-BE49-F238E27FC236}">
                <a16:creationId xmlns:a16="http://schemas.microsoft.com/office/drawing/2014/main" id="{23E3CDAA-38F7-78B5-5B88-C61475381E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350966"/>
              </p:ext>
            </p:extLst>
          </p:nvPr>
        </p:nvGraphicFramePr>
        <p:xfrm>
          <a:off x="8381915" y="441804"/>
          <a:ext cx="3123487" cy="6225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674726" imgH="6637130" progId="Excel.Sheet.12">
                  <p:embed/>
                </p:oleObj>
              </mc:Choice>
              <mc:Fallback>
                <p:oleObj name="Worksheet" r:id="rId2" imgW="2674726" imgH="6637130" progId="Excel.Sheet.12">
                  <p:embed/>
                  <p:pic>
                    <p:nvPicPr>
                      <p:cNvPr id="6" name="Объект 5">
                        <a:extLst>
                          <a:ext uri="{FF2B5EF4-FFF2-40B4-BE49-F238E27FC236}">
                            <a16:creationId xmlns:a16="http://schemas.microsoft.com/office/drawing/2014/main" id="{0899988A-5426-FAD3-855E-B387D7B68F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81915" y="441804"/>
                        <a:ext cx="3123487" cy="62259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FD39FB17-1B54-9C40-5F6C-EE9B36037F98}"/>
              </a:ext>
            </a:extLst>
          </p:cNvPr>
          <p:cNvSpPr txBox="1"/>
          <p:nvPr/>
        </p:nvSpPr>
        <p:spPr>
          <a:xfrm>
            <a:off x="8169305" y="0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Зона журнала питания –</a:t>
            </a:r>
            <a:r>
              <a:rPr lang="en-US" sz="1800" dirty="0"/>
              <a:t> </a:t>
            </a:r>
            <a:r>
              <a:rPr lang="ru-RU" sz="1800" dirty="0"/>
              <a:t>таблица</a:t>
            </a:r>
          </a:p>
        </p:txBody>
      </p:sp>
    </p:spTree>
    <p:extLst>
      <p:ext uri="{BB962C8B-B14F-4D97-AF65-F5344CB8AC3E}">
        <p14:creationId xmlns:p14="http://schemas.microsoft.com/office/powerpoint/2010/main" val="1919905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4DD9EF2-CECF-0D8E-0F65-9D55A0660563}"/>
              </a:ext>
            </a:extLst>
          </p:cNvPr>
          <p:cNvSpPr/>
          <p:nvPr/>
        </p:nvSpPr>
        <p:spPr>
          <a:xfrm>
            <a:off x="508033" y="251926"/>
            <a:ext cx="3513461" cy="64194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0899988A-5426-FAD3-855E-B387D7B68F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4636449"/>
              </p:ext>
            </p:extLst>
          </p:nvPr>
        </p:nvGraphicFramePr>
        <p:xfrm>
          <a:off x="703019" y="380126"/>
          <a:ext cx="3123487" cy="6225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674726" imgH="6637130" progId="Excel.Sheet.12">
                  <p:embed/>
                </p:oleObj>
              </mc:Choice>
              <mc:Fallback>
                <p:oleObj name="Worksheet" r:id="rId2" imgW="2674726" imgH="663713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03019" y="380126"/>
                        <a:ext cx="3123487" cy="62259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2D70B69-85F0-38DF-C7C3-7AA433ED22CC}"/>
              </a:ext>
            </a:extLst>
          </p:cNvPr>
          <p:cNvSpPr txBox="1"/>
          <p:nvPr/>
        </p:nvSpPr>
        <p:spPr>
          <a:xfrm>
            <a:off x="4789714" y="6032365"/>
            <a:ext cx="10450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Сумма ккал за весь день</a:t>
            </a: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C117CF01-5920-9469-4EE7-52259048310F}"/>
              </a:ext>
            </a:extLst>
          </p:cNvPr>
          <p:cNvCxnSpPr>
            <a:cxnSpLocks/>
          </p:cNvCxnSpPr>
          <p:nvPr/>
        </p:nvCxnSpPr>
        <p:spPr>
          <a:xfrm flipH="1">
            <a:off x="3224683" y="6393964"/>
            <a:ext cx="1607617" cy="839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2212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5DDD3C-7FDF-6A7B-66A4-D99170672D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МАКЕТ-2</a:t>
            </a:r>
          </a:p>
        </p:txBody>
      </p:sp>
    </p:spTree>
    <p:extLst>
      <p:ext uri="{BB962C8B-B14F-4D97-AF65-F5344CB8AC3E}">
        <p14:creationId xmlns:p14="http://schemas.microsoft.com/office/powerpoint/2010/main" val="3715862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7A4E658-B4BC-E7D6-EFCF-B204941C6271}"/>
              </a:ext>
            </a:extLst>
          </p:cNvPr>
          <p:cNvSpPr/>
          <p:nvPr/>
        </p:nvSpPr>
        <p:spPr>
          <a:xfrm>
            <a:off x="3476274" y="1724627"/>
            <a:ext cx="6436567" cy="33698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33DDD04-7CCC-D059-7E9A-763E38B9F348}"/>
              </a:ext>
            </a:extLst>
          </p:cNvPr>
          <p:cNvSpPr/>
          <p:nvPr/>
        </p:nvSpPr>
        <p:spPr>
          <a:xfrm>
            <a:off x="3560249" y="1866120"/>
            <a:ext cx="6247624" cy="31257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СПРАВКА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ECAA3C-EB6A-5D71-BB92-AFA7FB2211A5}"/>
              </a:ext>
            </a:extLst>
          </p:cNvPr>
          <p:cNvSpPr txBox="1"/>
          <p:nvPr/>
        </p:nvSpPr>
        <p:spPr>
          <a:xfrm>
            <a:off x="4425362" y="1084337"/>
            <a:ext cx="435319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sz="1600" dirty="0"/>
              <a:t>Окно справки (описания приложения)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1BFEFE3-F58B-DEAD-51B5-5340BDBF4FC9}"/>
              </a:ext>
            </a:extLst>
          </p:cNvPr>
          <p:cNvSpPr/>
          <p:nvPr/>
        </p:nvSpPr>
        <p:spPr>
          <a:xfrm>
            <a:off x="3047065" y="1108020"/>
            <a:ext cx="1026367" cy="1959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QLable</a:t>
            </a:r>
            <a:endParaRPr lang="ru-RU" sz="1400" dirty="0">
              <a:solidFill>
                <a:schemeClr val="tx1"/>
              </a:solidFill>
            </a:endParaRP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1D687481-74E1-CEFC-E9D3-5E14019CDEAF}"/>
              </a:ext>
            </a:extLst>
          </p:cNvPr>
          <p:cNvCxnSpPr>
            <a:stCxn id="2" idx="2"/>
          </p:cNvCxnSpPr>
          <p:nvPr/>
        </p:nvCxnSpPr>
        <p:spPr>
          <a:xfrm>
            <a:off x="3560249" y="1303962"/>
            <a:ext cx="641361" cy="1300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5646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3FD4EAD-DDC4-5631-CF1B-DB54E5C149AF}"/>
              </a:ext>
            </a:extLst>
          </p:cNvPr>
          <p:cNvSpPr/>
          <p:nvPr/>
        </p:nvSpPr>
        <p:spPr>
          <a:xfrm>
            <a:off x="1022443" y="934055"/>
            <a:ext cx="2623582" cy="24949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8F46044-9850-E969-568E-32A7736ACDC4}"/>
              </a:ext>
            </a:extLst>
          </p:cNvPr>
          <p:cNvSpPr/>
          <p:nvPr/>
        </p:nvSpPr>
        <p:spPr>
          <a:xfrm>
            <a:off x="1128090" y="1032742"/>
            <a:ext cx="2412288" cy="425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НАЗВАНИЕ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60AB70A-C5A5-9E60-0FD0-F2B2E81BB4FF}"/>
              </a:ext>
            </a:extLst>
          </p:cNvPr>
          <p:cNvSpPr/>
          <p:nvPr/>
        </p:nvSpPr>
        <p:spPr>
          <a:xfrm>
            <a:off x="1128090" y="1546552"/>
            <a:ext cx="2412288" cy="425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ВЕС СНАРЯДА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C1F7BCD-1104-25B5-C5F0-3397E91ECFA2}"/>
              </a:ext>
            </a:extLst>
          </p:cNvPr>
          <p:cNvSpPr/>
          <p:nvPr/>
        </p:nvSpPr>
        <p:spPr>
          <a:xfrm>
            <a:off x="1128090" y="2083510"/>
            <a:ext cx="2412288" cy="425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КОЛ-ВО ПОВТОРЕНИЙ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5037A65-C256-73FC-7725-EEF06738C9F1}"/>
              </a:ext>
            </a:extLst>
          </p:cNvPr>
          <p:cNvSpPr/>
          <p:nvPr/>
        </p:nvSpPr>
        <p:spPr>
          <a:xfrm>
            <a:off x="1128090" y="2620468"/>
            <a:ext cx="2412288" cy="6783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СОХРАНИТЬ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F503886-09D4-0A50-1961-DBA60B553FB6}"/>
              </a:ext>
            </a:extLst>
          </p:cNvPr>
          <p:cNvSpPr/>
          <p:nvPr/>
        </p:nvSpPr>
        <p:spPr>
          <a:xfrm>
            <a:off x="6383451" y="934055"/>
            <a:ext cx="2623582" cy="31402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24F362B-C8A2-9C89-7C49-AD3AD6D19C4A}"/>
              </a:ext>
            </a:extLst>
          </p:cNvPr>
          <p:cNvSpPr/>
          <p:nvPr/>
        </p:nvSpPr>
        <p:spPr>
          <a:xfrm>
            <a:off x="6489098" y="1032742"/>
            <a:ext cx="2412288" cy="425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НАЗВАНИЕ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B227354-C568-0E70-B30F-FDE8F620E2DD}"/>
              </a:ext>
            </a:extLst>
          </p:cNvPr>
          <p:cNvSpPr/>
          <p:nvPr/>
        </p:nvSpPr>
        <p:spPr>
          <a:xfrm>
            <a:off x="6489098" y="1546552"/>
            <a:ext cx="2412288" cy="425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Б/Ж/У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A17A269-5BC4-A7DA-A30A-9CBD5EC0119E}"/>
              </a:ext>
            </a:extLst>
          </p:cNvPr>
          <p:cNvSpPr/>
          <p:nvPr/>
        </p:nvSpPr>
        <p:spPr>
          <a:xfrm>
            <a:off x="6489098" y="2083510"/>
            <a:ext cx="2412288" cy="425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ККАЛ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F2A3C49-A518-8FD4-9B37-A3D475CCCF0F}"/>
              </a:ext>
            </a:extLst>
          </p:cNvPr>
          <p:cNvSpPr/>
          <p:nvPr/>
        </p:nvSpPr>
        <p:spPr>
          <a:xfrm>
            <a:off x="6489098" y="3157426"/>
            <a:ext cx="2412288" cy="6783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СОХРАНИТЬ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DCFF674-A8DE-1BBD-69D6-BA86EEFC0F08}"/>
              </a:ext>
            </a:extLst>
          </p:cNvPr>
          <p:cNvSpPr/>
          <p:nvPr/>
        </p:nvSpPr>
        <p:spPr>
          <a:xfrm>
            <a:off x="6489098" y="2620468"/>
            <a:ext cx="2412288" cy="425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ОПИСАНИЕ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34FFF2-07EA-6945-C32E-1BA8D0B1D98E}"/>
              </a:ext>
            </a:extLst>
          </p:cNvPr>
          <p:cNvSpPr txBox="1"/>
          <p:nvPr/>
        </p:nvSpPr>
        <p:spPr>
          <a:xfrm>
            <a:off x="2939969" y="356955"/>
            <a:ext cx="461829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sz="1600" dirty="0"/>
              <a:t>Окна добавления данных (тренировок и питания)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2014B5C-C2D9-E6D7-B211-5965EE67F866}"/>
              </a:ext>
            </a:extLst>
          </p:cNvPr>
          <p:cNvSpPr/>
          <p:nvPr/>
        </p:nvSpPr>
        <p:spPr>
          <a:xfrm>
            <a:off x="4226282" y="1569700"/>
            <a:ext cx="1026367" cy="1959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QLineEdit</a:t>
            </a:r>
            <a:endParaRPr lang="ru-RU" sz="1400" dirty="0">
              <a:solidFill>
                <a:schemeClr val="tx1"/>
              </a:solidFill>
            </a:endParaRP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DFB9F42D-5909-B639-0B55-D8E5F6865F60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3478901" y="1667671"/>
            <a:ext cx="747381" cy="657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ED47CC9E-131F-CEAF-7C21-49DBCF33BD34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5252649" y="1667671"/>
            <a:ext cx="1402794" cy="11449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DE7822D6-8385-0376-735D-490E95A939C2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5252649" y="1667671"/>
            <a:ext cx="1391124" cy="6396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7534AE95-5885-18BD-4ADF-FC1D992A1CAA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5252649" y="1667671"/>
            <a:ext cx="1391124" cy="134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A84B433C-1DDA-DF4A-8892-69C8FC38D0A3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5252649" y="1204661"/>
            <a:ext cx="1405418" cy="4630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B8A515CB-394E-8F66-C7F3-5449C27E82DB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3373254" y="1667671"/>
            <a:ext cx="853028" cy="67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8C66C585-5316-1F27-4F51-168E30E3F798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3370630" y="1176133"/>
            <a:ext cx="855652" cy="491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7DAC4067-7977-A0E3-E65C-001FEA50202F}"/>
              </a:ext>
            </a:extLst>
          </p:cNvPr>
          <p:cNvSpPr/>
          <p:nvPr/>
        </p:nvSpPr>
        <p:spPr>
          <a:xfrm>
            <a:off x="4081265" y="3046158"/>
            <a:ext cx="1391124" cy="2768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QpushButton</a:t>
            </a:r>
            <a:endParaRPr lang="ru-RU" sz="1400" dirty="0">
              <a:solidFill>
                <a:schemeClr val="tx1"/>
              </a:solidFill>
            </a:endParaRPr>
          </a:p>
        </p:txBody>
      </p: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887BDFE5-6D7E-4EF6-B5DE-2F42FDE8B185}"/>
              </a:ext>
            </a:extLst>
          </p:cNvPr>
          <p:cNvCxnSpPr>
            <a:cxnSpLocks/>
            <a:stCxn id="35" idx="1"/>
          </p:cNvCxnSpPr>
          <p:nvPr/>
        </p:nvCxnSpPr>
        <p:spPr>
          <a:xfrm flipH="1" flipV="1">
            <a:off x="3383562" y="3067610"/>
            <a:ext cx="697703" cy="116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E80E37C0-840F-6B7F-4E8D-4809F4AF0323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5472389" y="3184596"/>
            <a:ext cx="1247224" cy="349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21140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193</Words>
  <Application>Microsoft Office PowerPoint</Application>
  <PresentationFormat>Широкоэкранный</PresentationFormat>
  <Paragraphs>138</Paragraphs>
  <Slides>7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Worksheet</vt:lpstr>
      <vt:lpstr>МАКЕТ-1</vt:lpstr>
      <vt:lpstr>Презентация PowerPoint</vt:lpstr>
      <vt:lpstr>Зона календаря – При нажатии на дату в правых окнах будет высвечиваться информация на выбранную дату</vt:lpstr>
      <vt:lpstr>Презентация PowerPoint</vt:lpstr>
      <vt:lpstr>МАКЕТ-2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Daniil Gerdelezhov</dc:creator>
  <cp:lastModifiedBy>Daniil Gerdelezhov</cp:lastModifiedBy>
  <cp:revision>3</cp:revision>
  <dcterms:created xsi:type="dcterms:W3CDTF">2023-12-11T14:21:34Z</dcterms:created>
  <dcterms:modified xsi:type="dcterms:W3CDTF">2023-12-26T05:21:52Z</dcterms:modified>
</cp:coreProperties>
</file>